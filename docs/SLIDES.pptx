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0:30. One sentence: a customer writes one free-text message, the assistant finds the intent, calls the right tool, and replies.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Point out that the held-out set was never touched until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The notebook section 2 prints these four stages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The one message to quote: "track my card" → card_delivery_estimate instead of card_arrival. The names alone do not say where the boundary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Hallucination in the classification setting: the model generates a value that looks right instead of selecting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1:15. This is the key decision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Live demo here if time: `uv run ui.py`, type "I lost my card, please block it", then "yes".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1:00. 0.77 and 0.87 are the numbers to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0:45. Close with the three principles: control in code, validate at the boundary, fail towards a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about 9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Intent Assistant on BANKING77</dc:title>
  <dc:subject>PptxGenJS Presentation</dc:subject>
  <dc:creator>Created by Marp</dc:creator>
  <cp:lastModifiedBy>Created by Marp</cp:lastModifiedBy>
  <cp:revision>1</cp:revision>
  <dcterms:created xsi:type="dcterms:W3CDTF">2026-10-26T13:54:42Z</dcterms:created>
  <dcterms:modified xsi:type="dcterms:W3CDTF">2026-10-26T13:54:42Z</dcterms:modified>
</cp:coreProperties>
</file>